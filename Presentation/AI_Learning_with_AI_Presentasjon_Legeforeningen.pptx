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67" r:id="rId5"/>
    <p:sldId id="258" r:id="rId6"/>
    <p:sldId id="268" r:id="rId7"/>
    <p:sldId id="259" r:id="rId8"/>
    <p:sldId id="269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60" r:id="rId17"/>
    <p:sldId id="270" r:id="rId18"/>
    <p:sldId id="271" r:id="rId19"/>
    <p:sldId id="261" r:id="rId20"/>
    <p:sldId id="272" r:id="rId21"/>
    <p:sldId id="273" r:id="rId22"/>
    <p:sldId id="274" r:id="rId23"/>
    <p:sldId id="275" r:id="rId24"/>
    <p:sldId id="276" r:id="rId25"/>
    <p:sldId id="277" r:id="rId26"/>
    <p:sldId id="262" r:id="rId27"/>
    <p:sldId id="264" r:id="rId28"/>
    <p:sldId id="265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68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AI Learning with AI</a:t>
            </a:r>
            <a:br>
              <a:rPr lang="nb-NO" dirty="0"/>
            </a:br>
            <a:r>
              <a:rPr lang="nb-NO" dirty="0"/>
              <a:t>Item </a:t>
            </a:r>
            <a:r>
              <a:rPr lang="nb-NO" dirty="0" err="1"/>
              <a:t>Cosnulting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Intelligent </a:t>
            </a:r>
            <a:r>
              <a:rPr dirty="0" err="1"/>
              <a:t>Læringsplattform</a:t>
            </a:r>
            <a:r>
              <a:rPr dirty="0"/>
              <a:t> for </a:t>
            </a:r>
            <a:r>
              <a:rPr dirty="0" err="1"/>
              <a:t>Utviklere</a:t>
            </a:r>
            <a:endParaRPr dirty="0"/>
          </a:p>
          <a:p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📊 Komplett Oversikt - AI Learning with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🏠 Dashboard - Sentral oversikt over alle moduler</a:t>
            </a:r>
          </a:p>
          <a:p>
            <a:pPr>
              <a:defRPr sz="1800" b="1"/>
            </a:pPr>
            <a:r>
              <a:t>🔍 Repository Analyzer - Hovedprodukt for salg</a:t>
            </a:r>
          </a:p>
          <a:p>
            <a:pPr>
              <a:defRPr sz="1600"/>
            </a:pPr>
            <a:r>
              <a:t>📚 Learning Repository - Håndtering av analyser og moduler</a:t>
            </a:r>
          </a:p>
          <a:p>
            <a:pPr>
              <a:defRPr sz="1600"/>
            </a:pPr>
            <a:r>
              <a:t>🏢 Enterprise Architecture - Avansert EA-modul</a:t>
            </a:r>
          </a:p>
          <a:p>
            <a:pPr>
              <a:defRPr sz="1600"/>
            </a:pPr>
            <a:r>
              <a:t>❓ Quiz Generator - Automatisk evaluering</a:t>
            </a:r>
          </a:p>
          <a:p>
            <a:pPr>
              <a:defRPr sz="1600"/>
            </a:pPr>
            <a:r>
              <a:t>🔄 Process Designer - Visuell prosessmodellering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lassholder for innhold 4">
            <a:extLst>
              <a:ext uri="{FF2B5EF4-FFF2-40B4-BE49-F238E27FC236}">
                <a16:creationId xmlns:a16="http://schemas.microsoft.com/office/drawing/2014/main" id="{B7EA7B6F-B337-C57B-D048-50F98E5D07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255" y="597157"/>
            <a:ext cx="8229600" cy="365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087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lassholder for innhold 4">
            <a:extLst>
              <a:ext uri="{FF2B5EF4-FFF2-40B4-BE49-F238E27FC236}">
                <a16:creationId xmlns:a16="http://schemas.microsoft.com/office/drawing/2014/main" id="{28BEC762-ED1E-B7F9-24CE-B474AB9274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69764"/>
            <a:ext cx="8229600" cy="377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29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🔍 Repository Analyzer - HOVEDPRODUKT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/>
            </a:pPr>
            <a:r>
              <a:rPr dirty="0"/>
              <a:t>⭐ AUTOMATISK KODEANALYSE</a:t>
            </a:r>
          </a:p>
          <a:p>
            <a:pPr>
              <a:defRPr sz="1600"/>
            </a:pPr>
            <a:r>
              <a:rPr dirty="0"/>
              <a:t>• </a:t>
            </a:r>
            <a:r>
              <a:rPr dirty="0" err="1"/>
              <a:t>Analyserer</a:t>
            </a:r>
            <a:r>
              <a:rPr dirty="0"/>
              <a:t> GitHub-</a:t>
            </a:r>
            <a:r>
              <a:rPr dirty="0" err="1"/>
              <a:t>repositorier</a:t>
            </a:r>
            <a:r>
              <a:rPr dirty="0"/>
              <a:t> </a:t>
            </a:r>
            <a:r>
              <a:rPr dirty="0" err="1"/>
              <a:t>automatisk</a:t>
            </a:r>
            <a:endParaRPr dirty="0"/>
          </a:p>
          <a:p>
            <a:pPr>
              <a:defRPr sz="1600"/>
            </a:pPr>
            <a:r>
              <a:rPr dirty="0"/>
              <a:t>• </a:t>
            </a:r>
            <a:r>
              <a:rPr dirty="0" err="1"/>
              <a:t>Genererer</a:t>
            </a:r>
            <a:r>
              <a:rPr dirty="0"/>
              <a:t> intelligent </a:t>
            </a:r>
            <a:r>
              <a:rPr dirty="0" err="1"/>
              <a:t>dokumentasjon</a:t>
            </a:r>
            <a:endParaRPr dirty="0"/>
          </a:p>
          <a:p>
            <a:pPr>
              <a:defRPr sz="1600"/>
            </a:pPr>
            <a:r>
              <a:rPr dirty="0"/>
              <a:t>• </a:t>
            </a:r>
            <a:r>
              <a:rPr dirty="0" err="1"/>
              <a:t>Oppretter</a:t>
            </a:r>
            <a:r>
              <a:rPr dirty="0"/>
              <a:t> </a:t>
            </a:r>
            <a:r>
              <a:rPr dirty="0" err="1"/>
              <a:t>personlige</a:t>
            </a:r>
            <a:r>
              <a:rPr dirty="0"/>
              <a:t> </a:t>
            </a:r>
            <a:r>
              <a:rPr dirty="0" err="1"/>
              <a:t>læringsmoduler</a:t>
            </a:r>
            <a:endParaRPr dirty="0"/>
          </a:p>
          <a:p>
            <a:pPr>
              <a:defRPr sz="1600"/>
            </a:pPr>
            <a:r>
              <a:rPr dirty="0"/>
              <a:t>• </a:t>
            </a:r>
            <a:r>
              <a:rPr dirty="0" err="1"/>
              <a:t>Genererer</a:t>
            </a:r>
            <a:r>
              <a:rPr dirty="0"/>
              <a:t> quizzer </a:t>
            </a:r>
            <a:r>
              <a:rPr dirty="0" err="1"/>
              <a:t>basert</a:t>
            </a:r>
            <a:r>
              <a:rPr dirty="0"/>
              <a:t> </a:t>
            </a:r>
            <a:r>
              <a:rPr dirty="0" err="1"/>
              <a:t>på</a:t>
            </a:r>
            <a:r>
              <a:rPr dirty="0"/>
              <a:t> </a:t>
            </a:r>
            <a:r>
              <a:rPr dirty="0" err="1"/>
              <a:t>kodebase</a:t>
            </a:r>
            <a:endParaRPr dirty="0"/>
          </a:p>
          <a:p>
            <a:pPr>
              <a:defRPr sz="1600"/>
            </a:pPr>
            <a:r>
              <a:rPr dirty="0"/>
              <a:t>• AI-</a:t>
            </a:r>
            <a:r>
              <a:rPr dirty="0" err="1"/>
              <a:t>drevet</a:t>
            </a:r>
            <a:r>
              <a:rPr dirty="0"/>
              <a:t> </a:t>
            </a:r>
            <a:r>
              <a:rPr dirty="0" err="1"/>
              <a:t>innsikt</a:t>
            </a:r>
            <a:r>
              <a:rPr dirty="0"/>
              <a:t> </a:t>
            </a:r>
            <a:r>
              <a:rPr dirty="0" err="1"/>
              <a:t>og</a:t>
            </a:r>
            <a:r>
              <a:rPr dirty="0"/>
              <a:t> </a:t>
            </a:r>
            <a:r>
              <a:rPr dirty="0" err="1"/>
              <a:t>anbefalinger</a:t>
            </a:r>
            <a:endParaRPr dirty="0"/>
          </a:p>
          <a:p>
            <a:br>
              <a:rPr/>
            </a:b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lassholder for innhold 4">
            <a:extLst>
              <a:ext uri="{FF2B5EF4-FFF2-40B4-BE49-F238E27FC236}">
                <a16:creationId xmlns:a16="http://schemas.microsoft.com/office/drawing/2014/main" id="{469BA021-C4B2-E513-5AB4-CFDEFC3442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4777" y="372306"/>
            <a:ext cx="8229600" cy="427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715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📚 Learning Repository - Kunnskapsadministrasjon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🎯 HOVEDFUNKSJONER:</a:t>
            </a:r>
          </a:p>
          <a:p>
            <a:pPr>
              <a:defRPr sz="1600"/>
            </a:pPr>
            <a:r>
              <a:t>• Lagrer og organiserer kodeanalyser</a:t>
            </a:r>
          </a:p>
          <a:p>
            <a:pPr>
              <a:defRPr sz="1600"/>
            </a:pPr>
            <a:r>
              <a:t>• Oppretter læringsmoduler automatisk</a:t>
            </a:r>
          </a:p>
          <a:p>
            <a:pPr>
              <a:defRPr sz="1600"/>
            </a:pPr>
            <a:r>
              <a:t>• Genererer quizzer for evaluering</a:t>
            </a:r>
          </a:p>
          <a:p>
            <a:pPr>
              <a:defRPr sz="1600"/>
            </a:pPr>
            <a:r>
              <a:t>• Sporer læringsutvikling</a:t>
            </a:r>
          </a:p>
          <a:p>
            <a:pPr>
              <a:defRPr sz="1600"/>
            </a:pPr>
            <a:r>
              <a:t>• Eksporterer innhold i flere formater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lassholder for innhold 4">
            <a:extLst>
              <a:ext uri="{FF2B5EF4-FFF2-40B4-BE49-F238E27FC236}">
                <a16:creationId xmlns:a16="http://schemas.microsoft.com/office/drawing/2014/main" id="{64F4E903-22C8-379C-03E5-A06ABD4500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1063" y="355387"/>
            <a:ext cx="8121874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949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CA4C00E-99C2-A46F-7D45-29581E14D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Readme.md før</a:t>
            </a:r>
          </a:p>
        </p:txBody>
      </p:sp>
      <p:pic>
        <p:nvPicPr>
          <p:cNvPr id="5" name="Plassholder for innhold 4">
            <a:extLst>
              <a:ext uri="{FF2B5EF4-FFF2-40B4-BE49-F238E27FC236}">
                <a16:creationId xmlns:a16="http://schemas.microsoft.com/office/drawing/2014/main" id="{316807F7-E4EA-D9F6-AF9A-FE72F7B319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9100" y="2262758"/>
            <a:ext cx="7525800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53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4676864-1561-528B-45EF-C29097216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Readme.md etter</a:t>
            </a:r>
          </a:p>
        </p:txBody>
      </p:sp>
      <p:pic>
        <p:nvPicPr>
          <p:cNvPr id="5" name="Plassholder for innhold 4">
            <a:extLst>
              <a:ext uri="{FF2B5EF4-FFF2-40B4-BE49-F238E27FC236}">
                <a16:creationId xmlns:a16="http://schemas.microsoft.com/office/drawing/2014/main" id="{66B77EC8-1391-3749-F2F7-B10DB71087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4953" y="1600200"/>
            <a:ext cx="5370197" cy="401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871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A7EAA-3DBD-6438-7170-44136CFE7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lassholder for innhold 5">
            <a:extLst>
              <a:ext uri="{FF2B5EF4-FFF2-40B4-BE49-F238E27FC236}">
                <a16:creationId xmlns:a16="http://schemas.microsoft.com/office/drawing/2014/main" id="{D575C009-8F4C-F21E-5D84-3537405415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8050" y="263178"/>
            <a:ext cx="6153175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134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lassholder for innhold 4">
            <a:extLst>
              <a:ext uri="{FF2B5EF4-FFF2-40B4-BE49-F238E27FC236}">
                <a16:creationId xmlns:a16="http://schemas.microsoft.com/office/drawing/2014/main" id="{2D30845A-A448-905B-15B6-E4CE72957F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9468" y="155602"/>
            <a:ext cx="6234974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154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4B452-EA6A-C53B-C1D2-CE4C6612B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lassholder for innhold 5">
            <a:extLst>
              <a:ext uri="{FF2B5EF4-FFF2-40B4-BE49-F238E27FC236}">
                <a16:creationId xmlns:a16="http://schemas.microsoft.com/office/drawing/2014/main" id="{265B3B0E-14DE-2D8B-D498-F42AD34A0A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3991" y="253093"/>
            <a:ext cx="5386160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716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776B7-39CC-5EE6-5D13-2ACB40D8A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lassholder for innhold 4">
            <a:extLst>
              <a:ext uri="{FF2B5EF4-FFF2-40B4-BE49-F238E27FC236}">
                <a16:creationId xmlns:a16="http://schemas.microsoft.com/office/drawing/2014/main" id="{4A968D4B-7012-4F50-940F-3FDD554672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2412" y="0"/>
            <a:ext cx="6685262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562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D8110-20CD-B4C5-CC24-9E4F27FDE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lassholder for innhold 5">
            <a:extLst>
              <a:ext uri="{FF2B5EF4-FFF2-40B4-BE49-F238E27FC236}">
                <a16:creationId xmlns:a16="http://schemas.microsoft.com/office/drawing/2014/main" id="{36038DA8-A3CE-278A-10D6-7B979DEB91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3922" y="163285"/>
            <a:ext cx="6752871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966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🏢 Enterprise Architecture - Avansert Modul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🏗️ KOMPLETTE EA-FUNKSJONER:</a:t>
            </a:r>
          </a:p>
          <a:p>
            <a:pPr>
              <a:defRPr sz="1600"/>
            </a:pPr>
            <a:r>
              <a:t>• Prosessmodellering med React Flow</a:t>
            </a:r>
          </a:p>
          <a:p>
            <a:pPr>
              <a:defRPr sz="1600"/>
            </a:pPr>
            <a:r>
              <a:t>• Heatmap-visninger og analyser</a:t>
            </a:r>
          </a:p>
          <a:p>
            <a:pPr>
              <a:defRPr sz="1600"/>
            </a:pPr>
            <a:r>
              <a:t>• Påvirkningsanalyse (BFS-algoritme)</a:t>
            </a:r>
          </a:p>
          <a:p>
            <a:pPr>
              <a:defRPr sz="1600"/>
            </a:pPr>
            <a:r>
              <a:t>• Katalogadministrator for applikasjoner</a:t>
            </a:r>
          </a:p>
          <a:p>
            <a:pPr>
              <a:defRPr sz="1600"/>
            </a:pPr>
            <a:r>
              <a:t>• Risiko- og modenhetsanalyse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0FBBE3F-2AD2-566F-195C-B8042DDE1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8301E973-FE0E-26E0-F264-0BCA39237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956"/>
            <a:ext cx="9144000" cy="4684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0152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lassholder for innhold 4">
            <a:extLst>
              <a:ext uri="{FF2B5EF4-FFF2-40B4-BE49-F238E27FC236}">
                <a16:creationId xmlns:a16="http://schemas.microsoft.com/office/drawing/2014/main" id="{4B8DA093-092D-7B94-1BEC-0127F355D7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2675" y="102742"/>
            <a:ext cx="8229600" cy="432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757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❓ Quiz Generator - Automatisk Evaluering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🤖 AI-DREVET QUIZ-GENERERING:</a:t>
            </a:r>
          </a:p>
          <a:p>
            <a:pPr>
              <a:defRPr sz="1600"/>
            </a:pPr>
            <a:r>
              <a:t>• Genererer spørsmål basert på kodeanalyse</a:t>
            </a:r>
          </a:p>
          <a:p>
            <a:pPr>
              <a:defRPr sz="1600"/>
            </a:pPr>
            <a:r>
              <a:t>• Tilpasser vanskelighetsgrad automatisk</a:t>
            </a:r>
          </a:p>
          <a:p>
            <a:pPr>
              <a:defRPr sz="1600"/>
            </a:pPr>
            <a:r>
              <a:t>• Sporer resultater og fremgang</a:t>
            </a:r>
          </a:p>
          <a:p>
            <a:pPr>
              <a:defRPr sz="1600"/>
            </a:pPr>
            <a:r>
              <a:t>• Støtter multiple choice og åpne spørsmål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B667809-3B8D-0102-80C5-AB802909F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1BA0F27-CCE4-8DE4-39A9-D3054B7EF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1F9EF295-2EDA-BCA6-7FE3-D4349962F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696" y="0"/>
            <a:ext cx="83766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7026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D8A8E55-5DB3-B82F-4410-58E0D6EFB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96C6A0D-AB5B-3F55-4B37-B25A1D351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7C0688EB-68BC-8F12-F77A-2E3F05A9E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902"/>
            <a:ext cx="9144000" cy="606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9395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DA199F5-DDDF-7898-A946-F51D559B3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830D05D-4BEE-9E68-8C9E-3C6F652ED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B533D317-4615-947E-C586-9F569A630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128"/>
            <a:ext cx="9144000" cy="6199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8429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lassholder for innhold 4">
            <a:extLst>
              <a:ext uri="{FF2B5EF4-FFF2-40B4-BE49-F238E27FC236}">
                <a16:creationId xmlns:a16="http://schemas.microsoft.com/office/drawing/2014/main" id="{C468EC5D-D867-68D3-31EA-AEEAC0731A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7740" y="124866"/>
            <a:ext cx="7748520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8633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lassholder for innhold 5">
            <a:extLst>
              <a:ext uri="{FF2B5EF4-FFF2-40B4-BE49-F238E27FC236}">
                <a16:creationId xmlns:a16="http://schemas.microsoft.com/office/drawing/2014/main" id="{D3B98BDC-3CA4-8E14-3DDD-6CC65BCE27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78260"/>
            <a:ext cx="8229600" cy="437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6921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lassholder for innhold 4">
            <a:extLst>
              <a:ext uri="{FF2B5EF4-FFF2-40B4-BE49-F238E27FC236}">
                <a16:creationId xmlns:a16="http://schemas.microsoft.com/office/drawing/2014/main" id="{9DE6AFBD-F94B-D21D-D1A8-431CCCC9AE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8888" y="132550"/>
            <a:ext cx="6400405" cy="488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1052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💻 Teknologi og Arkitektur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🛠️ FRONTEND:</a:t>
            </a:r>
          </a:p>
          <a:p>
            <a:pPr>
              <a:defRPr sz="1600"/>
            </a:pPr>
            <a:r>
              <a:t>• React.js med moderne hooks</a:t>
            </a:r>
          </a:p>
          <a:p>
            <a:pPr>
              <a:defRPr sz="1600"/>
            </a:pPr>
            <a:r>
              <a:t>• Responsivt design og moderne UI</a:t>
            </a:r>
          </a:p>
          <a:p>
            <a:pPr>
              <a:defRPr sz="1600"/>
            </a:pPr>
            <a:r>
              <a:t>• Chart.js for visualiseringer</a:t>
            </a:r>
          </a:p>
          <a:p>
            <a:pPr>
              <a:defRPr sz="1600"/>
            </a:pPr>
            <a:r>
              <a:t>• React Flow for prosessmodellering</a:t>
            </a:r>
          </a:p>
          <a:p>
            <a:br/>
            <a:r>
              <a:t>⚙️ BACKEND:</a:t>
            </a:r>
          </a:p>
          <a:p>
            <a:pPr>
              <a:defRPr sz="1600"/>
            </a:pPr>
            <a:r>
              <a:t>• FastAPI (Python) - Høy ytelse</a:t>
            </a:r>
          </a:p>
          <a:p>
            <a:pPr>
              <a:defRPr sz="1600"/>
            </a:pPr>
            <a:r>
              <a:t>• MongoDB - Fleksibel datalagring</a:t>
            </a:r>
          </a:p>
          <a:p>
            <a:pPr>
              <a:defRPr sz="1600"/>
            </a:pPr>
            <a:r>
              <a:t>• AI/LLM-integrasjon for intelligent analyse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🗺️ Veikart og Fremtidige Funksjoner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🚀 KOMMENDE UTVIKLING:</a:t>
            </a:r>
          </a:p>
          <a:p>
            <a:pPr>
              <a:defRPr sz="1600"/>
            </a:pPr>
            <a:r>
              <a:t>• Integrasjon med flere versjonskontrollsystemer</a:t>
            </a:r>
          </a:p>
          <a:p>
            <a:pPr>
              <a:defRPr sz="1600"/>
            </a:pPr>
            <a:r>
              <a:t>• Avanserte AI-modeller for kodeanalyse</a:t>
            </a:r>
          </a:p>
          <a:p>
            <a:pPr>
              <a:defRPr sz="1600"/>
            </a:pPr>
            <a:r>
              <a:t>• Team-samarbeid og deling</a:t>
            </a:r>
          </a:p>
          <a:p>
            <a:pPr>
              <a:defRPr sz="1600"/>
            </a:pPr>
            <a:r>
              <a:t>• Mobile applikasjoner</a:t>
            </a:r>
          </a:p>
          <a:p>
            <a:pPr>
              <a:defRPr sz="1600"/>
            </a:pPr>
            <a:r>
              <a:t>• API for tredjepartsintegrasjoner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Item </a:t>
            </a:r>
            <a:r>
              <a:rPr lang="nb-NO" dirty="0" err="1"/>
              <a:t>Consulting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dirty="0"/>
            </a:br>
            <a:r>
              <a:rPr dirty="0"/>
              <a:t>💡 SPØRSMÅL?</a:t>
            </a:r>
          </a:p>
          <a:p>
            <a:pPr>
              <a:defRPr sz="1600"/>
            </a:pPr>
            <a:r>
              <a:rPr dirty="0"/>
              <a:t>Vi er </a:t>
            </a:r>
            <a:r>
              <a:rPr dirty="0" err="1"/>
              <a:t>klare</a:t>
            </a:r>
            <a:r>
              <a:rPr dirty="0"/>
              <a:t> </a:t>
            </a:r>
            <a:r>
              <a:rPr dirty="0" err="1"/>
              <a:t>til</a:t>
            </a:r>
            <a:r>
              <a:rPr dirty="0"/>
              <a:t> å </a:t>
            </a:r>
            <a:r>
              <a:rPr dirty="0" err="1"/>
              <a:t>svare</a:t>
            </a:r>
            <a:r>
              <a:rPr dirty="0"/>
              <a:t> </a:t>
            </a:r>
            <a:r>
              <a:rPr dirty="0" err="1"/>
              <a:t>på</a:t>
            </a:r>
            <a:r>
              <a:rPr dirty="0"/>
              <a:t> alle </a:t>
            </a:r>
            <a:r>
              <a:rPr dirty="0" err="1"/>
              <a:t>spørsmål</a:t>
            </a:r>
            <a:r>
              <a:rPr dirty="0"/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297</Words>
  <Application>Microsoft Office PowerPoint</Application>
  <PresentationFormat>Skjermfremvisning (4:3)</PresentationFormat>
  <Paragraphs>59</Paragraphs>
  <Slides>28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2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AI Learning with AI Item Cosnulting</vt:lpstr>
      <vt:lpstr>📊 Komplett Oversikt - AI Learning with AI</vt:lpstr>
      <vt:lpstr>PowerPoint-presentasjon</vt:lpstr>
      <vt:lpstr>PowerPoint-presentasjon</vt:lpstr>
      <vt:lpstr>🔍 Repository Analyzer - HOVEDPRODUKT</vt:lpstr>
      <vt:lpstr>PowerPoint-presentasjon</vt:lpstr>
      <vt:lpstr>📚 Learning Repository - Kunnskapsadministrasjon</vt:lpstr>
      <vt:lpstr>PowerPoint-presentasjon</vt:lpstr>
      <vt:lpstr>Readme.md før</vt:lpstr>
      <vt:lpstr>Readme.md etter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🏢 Enterprise Architecture - Avansert Modul</vt:lpstr>
      <vt:lpstr>PowerPoint-presentasjon</vt:lpstr>
      <vt:lpstr>PowerPoint-presentasjon</vt:lpstr>
      <vt:lpstr>❓ Quiz Generator - Automatisk Evaluering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💻 Teknologi og Arkitektur</vt:lpstr>
      <vt:lpstr>🗺️ Veikart og Fremtidige Funksjoner</vt:lpstr>
      <vt:lpstr>Item Consulting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Ignacio Tejera-Picossi</cp:lastModifiedBy>
  <cp:revision>5</cp:revision>
  <dcterms:created xsi:type="dcterms:W3CDTF">2013-01-27T09:14:16Z</dcterms:created>
  <dcterms:modified xsi:type="dcterms:W3CDTF">2025-08-15T09:58:20Z</dcterms:modified>
  <cp:category/>
</cp:coreProperties>
</file>